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Optimización de consultas con índices en SQL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Presentación basada en el informe práctico</a:t>
            </a:r>
          </a:p>
          <a:p>
            <a:r>
              <a:t>Valentina Benítez – Bases de Datos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 índice?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Estructura que acelera búsquedas evitando recorrer toda la tabla.</a:t>
            </a:r>
          </a:p>
          <a:p>
            <a:r>
              <a:t>Mejora tiempos de respuesta en filtros, rangos y grandes volúmenes.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Tipos principales de índices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No agrupado (Nonclustered)</a:t>
            </a:r>
          </a:p>
          <a:p>
            <a:r>
              <a:t>- Índice con INCLUDE (cubriente)</a:t>
            </a:r>
          </a:p>
          <a:p>
            <a:r>
              <a:t>- Índice Filtrado</a:t>
            </a:r>
          </a:p>
          <a:p>
            <a:r>
              <a:t>- Índice Único</a:t>
            </a:r>
          </a:p>
          <a:p>
            <a:r>
              <a:t>- Columnstore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Índice No Agrupado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Estructura separada que permite buscar rápidamente por una columna del WHERE.</a:t>
            </a:r>
          </a:p>
          <a:p>
            <a:r>
              <a:t>Puede requerir Key Lookup si falta información en el índice.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Índice con INCLUDE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Incluye columnas adicionales.</a:t>
            </a:r>
          </a:p>
          <a:p>
            <a:r>
              <a:t>Evita Key Lookups → mayor rendimiento.</a:t>
            </a:r>
          </a:p>
          <a:p>
            <a:r>
              <a:t>Ideal cuando el SELECT necesita muchas columnas.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Índice Filtrado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Optimiza un subconjunto de datos.</a:t>
            </a:r>
          </a:p>
          <a:p>
            <a:r>
              <a:t>Por ejemplo: estado = 'Publicado'.</a:t>
            </a:r>
          </a:p>
          <a:p>
            <a:r>
              <a:t>Ocupa menos espacio y mejora consultas específicas.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Índice Único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Garantiza que no haya valores duplicados.</a:t>
            </a:r>
          </a:p>
          <a:p>
            <a:r>
              <a:t>Asegura integridad y acelera búsquedas por claves naturales.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Comparación práctica: sin índices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consulta realiza un Table Scan.</a:t>
            </a:r>
          </a:p>
          <a:p>
            <a:r>
              <a:t>Lento y con muchas lecturas lógicas.</a:t>
            </a:r>
          </a:p>
          <a:p>
            <a:r>
              <a:t>Tiempo más alto.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Comparación práctica: con índices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Index Seek → menos lecturas y menor tiempo.</a:t>
            </a:r>
          </a:p>
          <a:p>
            <a:r>
              <a:t>Con INCLUDE → evita acceso a tabla base.</a:t>
            </a:r>
          </a:p>
          <a:p>
            <a:r>
              <a:t>Mejor rendimiento general.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 índices mejoran drásticamente el rendimiento.</a:t>
            </a:r>
          </a:p>
          <a:p>
            <a:r>
              <a:t>Seleccionar correctamente el tipo de índice es clave.</a:t>
            </a:r>
          </a:p>
          <a:p>
            <a:r>
              <a:t>UNIVIA se beneficia especialmente en búsquedas frecuentes.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